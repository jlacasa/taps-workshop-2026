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902B-BB16-D0BB-5C57-E8C870CC3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E063B-84CE-8183-5401-0B5409289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9A896-FAD7-E24D-DC64-9787E5DA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FAE7F-1802-D20C-3D1F-CCC4C67E1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01E8C-B7C9-D13C-DEE5-576A2527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761C-EB59-69D4-0B3A-E2D41CAE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2CCE-CAED-517F-CB6A-459436331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39736-3F22-BF61-91EE-F1697B3A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81261-A28C-4B4A-CAC5-FA88EC7F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1F216-25BE-9D90-AD9F-2ACCB26F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1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EF57-E189-6DC4-F15A-55FD9587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895F9-F0CD-2032-E9E3-D3128C0B7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3F80C-8AA6-043D-AF78-82FAC64B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9F6AF-36B6-6E6C-6452-E1CC61F1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D06BA-969D-A24C-20BE-11F7D296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1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86DD-9F1E-9F90-4EEA-C3A4157A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7244-E286-28C7-A870-3DED43F0F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5677-CE8A-D420-EDA7-E8F0AF379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E4ECF-FE75-CCF0-8DD7-FE0C5CB56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EB579-B2F5-806A-F288-2BBB0E47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8998-4524-05D2-3EBE-C270E967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4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9539-8E4B-E94A-0D58-DC056AE79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0F922-A5BD-6592-7214-8D76CE970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1DA52-E465-E9E4-5A2D-94280B1A4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37190-D23F-75B1-BD52-8CEE04B80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8D433-56D6-BCC1-A5F8-94EBDEC63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1CC6B-F82F-08E7-49BE-BBB6B211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1D7075-6692-B6BE-7A24-BE87A057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0E507-D8F6-F23D-FFB1-4D0241BB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2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920A-50DD-6934-C650-ADF1DFD8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A293E-0651-0514-9EE6-80B2F321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31331-2C2A-E949-C757-C080BEF8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47E20-4797-98C1-5FD6-03C44D81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8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D577B-DDA2-7151-1F63-34B0A1DF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0D4CB-D0FF-0282-3BB8-F47D7405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71174-884D-A35E-A3AD-C7C3E42C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6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E818-0277-1868-C2FB-9084964F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573E-9DB1-147E-0A43-BBEB0E6AC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BF62F-D4B5-BD40-B9F7-146454221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92DD9-F998-B4A4-866F-31BDBAFB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A4F83-8274-ECA0-74AA-C910096F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E61CB-A321-B696-03AA-74E01BB6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5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1595-F94D-1E34-1653-55C526B5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EE023-61B0-9F80-ABF2-309B3956B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700C5-6FAC-C9A1-17F5-EDDDB3FC4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2A4AD-98DA-FF1F-329F-C3BFD2C9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45B32-C67B-B638-3FCC-975DCFB1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0CAB2-E925-CDBA-B8DA-166EBA3F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5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AB9D-FDEF-F9A6-3886-1047917D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CDD1D-4C9C-C899-64A1-F3E9CC358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F6C56-2C43-272E-829B-869B7C12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9069A-478F-17EF-06D4-62C18645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C4DE-E6E3-20CF-F124-E7EEDD13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01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449E2-095A-1FD7-BD52-51B263A56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3F4BE-530F-D5B0-DE30-1BF9F69F5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82FE-9786-A256-D5AB-09368170B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6602-7FCF-3DFF-220F-B21D2233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01C4-FC52-BC43-7CC9-50EEBF0A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3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7BE57-4AC5-8F2C-4EBB-B6D57045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9091-0173-D238-7657-F5EF19DE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8DB3-7791-D0C4-AA02-A78FBC727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7DCA1-35A4-4366-8BC8-982447B9CBF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CD39E-D9D9-493E-B8C9-61065719E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29621-B5BB-6B4D-B333-6B2909614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39854-EF66-4B2E-A2A4-83479770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9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5871E3-3282-09BA-7A65-FAF16BB1B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89" y="317589"/>
            <a:ext cx="6222822" cy="6222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DBF0E0-4860-96BD-7686-B8984318133F}"/>
              </a:ext>
            </a:extLst>
          </p:cNvPr>
          <p:cNvSpPr txBox="1"/>
          <p:nvPr/>
        </p:nvSpPr>
        <p:spPr>
          <a:xfrm>
            <a:off x="2480682" y="1989099"/>
            <a:ext cx="3015244" cy="7078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NEW TRT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FB1F5-9A4C-52BA-0B4C-FACC995E5CC0}"/>
              </a:ext>
            </a:extLst>
          </p:cNvPr>
          <p:cNvSpPr txBox="1"/>
          <p:nvPr/>
        </p:nvSpPr>
        <p:spPr>
          <a:xfrm>
            <a:off x="6362699" y="3198774"/>
            <a:ext cx="3648076" cy="7078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TEAMS PICKS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EE883-3C39-F53C-C5D4-264C49785705}"/>
              </a:ext>
            </a:extLst>
          </p:cNvPr>
          <p:cNvSpPr txBox="1"/>
          <p:nvPr/>
        </p:nvSpPr>
        <p:spPr>
          <a:xfrm>
            <a:off x="4372562" y="317589"/>
            <a:ext cx="3446876" cy="132343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PLOT ALLOCATION</a:t>
            </a:r>
          </a:p>
        </p:txBody>
      </p:sp>
    </p:spTree>
    <p:extLst>
      <p:ext uri="{BB962C8B-B14F-4D97-AF65-F5344CB8AC3E}">
        <p14:creationId xmlns:p14="http://schemas.microsoft.com/office/powerpoint/2010/main" val="96937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jos.lacasa@gmail.com</dc:creator>
  <cp:lastModifiedBy>jos.lacasa@gmail.com</cp:lastModifiedBy>
  <cp:revision>1</cp:revision>
  <dcterms:created xsi:type="dcterms:W3CDTF">2026-04-01T04:36:14Z</dcterms:created>
  <dcterms:modified xsi:type="dcterms:W3CDTF">2026-04-01T04:39:02Z</dcterms:modified>
</cp:coreProperties>
</file>